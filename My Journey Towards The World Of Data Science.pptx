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4" d="100"/>
          <a:sy n="34" d="100"/>
        </p:scale>
        <p:origin x="25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37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4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9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43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3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958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822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6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61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52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640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416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45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096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060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66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98A55-BB63-40C2-ACC0-9013F2881D53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400FA-F4EF-4F03-B358-A37A5D990D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648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B1649-53B1-C7FA-559A-D8DB4E64D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journey towards the world of data science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407AD-72D3-3AA5-3BD0-C4299D6F8B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Science Capstone Project – IBM</a:t>
            </a:r>
          </a:p>
          <a:p>
            <a:pPr algn="r"/>
            <a:r>
              <a:rPr lang="en-US" dirty="0"/>
              <a:t>- Sagnik Kundu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06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D43D-2D69-4317-E237-1ADB99BFF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Executive summary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5BFD13-7A9A-E3D4-BBE1-8633C7E88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discovered an interest in data science and enrolled in the IBM data science course to learn programming, statistics, and machine learning. I built practical skills by working on projects throughout the course, made mistakes, and learned from them. Through the IBM program's hands-on experience, I transitioned from academic learning to solving real-world problems with messy data and business constraints. Eventually, I accumulated enough skills and experience to become a professional data scientist, ready to tackle complex challenges in the field.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15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5AEC-6C24-1CA7-2099-1455BCA2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04570-C5CE-A3E0-98D8-63FB7444B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I first heard about data science, I was intrigued by the idea of extracting meaningful insights from data to solve real-world problems. Like many students, I wasn't sure where to start or what the path would look like. That's when I discovered the IBM Data Science Professional Certificate course, which became the foundation of my transformation from a curious student into a confident data scientist. This is the story of how I navigated the challenges, built essential skills, and ultimately launched my career in one of today's most exciting and dynamic fields.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684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31D5AA-365E-DC1B-11FE-736DE4A13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69" y="555812"/>
            <a:ext cx="10273862" cy="5566662"/>
          </a:xfrm>
        </p:spPr>
      </p:pic>
    </p:spTree>
    <p:extLst>
      <p:ext uri="{BB962C8B-B14F-4D97-AF65-F5344CB8AC3E}">
        <p14:creationId xmlns:p14="http://schemas.microsoft.com/office/powerpoint/2010/main" val="238407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FDF6E-559A-3B5F-04C1-2503418A9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433" y="365312"/>
            <a:ext cx="9701134" cy="5819418"/>
          </a:xfrm>
        </p:spPr>
      </p:pic>
    </p:spTree>
    <p:extLst>
      <p:ext uri="{BB962C8B-B14F-4D97-AF65-F5344CB8AC3E}">
        <p14:creationId xmlns:p14="http://schemas.microsoft.com/office/powerpoint/2010/main" val="3855925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0006AD-A7BD-DB87-4C5D-FF119875CA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963" y="833719"/>
            <a:ext cx="9750073" cy="4711758"/>
          </a:xfrm>
        </p:spPr>
      </p:pic>
    </p:spTree>
    <p:extLst>
      <p:ext uri="{BB962C8B-B14F-4D97-AF65-F5344CB8AC3E}">
        <p14:creationId xmlns:p14="http://schemas.microsoft.com/office/powerpoint/2010/main" val="2681402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924B697C-832E-4396-6C14-BDF9DF88B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669" y="717176"/>
            <a:ext cx="7968661" cy="5423647"/>
          </a:xfrm>
        </p:spPr>
      </p:pic>
    </p:spTree>
    <p:extLst>
      <p:ext uri="{BB962C8B-B14F-4D97-AF65-F5344CB8AC3E}">
        <p14:creationId xmlns:p14="http://schemas.microsoft.com/office/powerpoint/2010/main" val="131063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1B8537-8934-837A-175B-2E8281F4A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568" y="105009"/>
            <a:ext cx="5662864" cy="6424146"/>
          </a:xfrm>
        </p:spPr>
      </p:pic>
    </p:spTree>
    <p:extLst>
      <p:ext uri="{BB962C8B-B14F-4D97-AF65-F5344CB8AC3E}">
        <p14:creationId xmlns:p14="http://schemas.microsoft.com/office/powerpoint/2010/main" val="128139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4C6BC9-F2CF-8BC2-C257-F89CC75C6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49" y="1209052"/>
            <a:ext cx="10880701" cy="4439895"/>
          </a:xfrm>
        </p:spPr>
      </p:pic>
    </p:spTree>
    <p:extLst>
      <p:ext uri="{BB962C8B-B14F-4D97-AF65-F5344CB8AC3E}">
        <p14:creationId xmlns:p14="http://schemas.microsoft.com/office/powerpoint/2010/main" val="1680111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68F4B3-44FE-18B0-E2FC-92474F6C6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69" y="983349"/>
            <a:ext cx="9567262" cy="4891301"/>
          </a:xfrm>
        </p:spPr>
      </p:pic>
    </p:spTree>
    <p:extLst>
      <p:ext uri="{BB962C8B-B14F-4D97-AF65-F5344CB8AC3E}">
        <p14:creationId xmlns:p14="http://schemas.microsoft.com/office/powerpoint/2010/main" val="130039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4656A0-0F78-F355-4254-AB9863E724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926" y="806823"/>
            <a:ext cx="9876148" cy="5244353"/>
          </a:xfrm>
        </p:spPr>
      </p:pic>
    </p:spTree>
    <p:extLst>
      <p:ext uri="{BB962C8B-B14F-4D97-AF65-F5344CB8AC3E}">
        <p14:creationId xmlns:p14="http://schemas.microsoft.com/office/powerpoint/2010/main" val="2742217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D5E29-C786-80B6-D990-6B1EB0CED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061" y="820270"/>
            <a:ext cx="9147878" cy="5217459"/>
          </a:xfrm>
        </p:spPr>
      </p:pic>
    </p:spTree>
    <p:extLst>
      <p:ext uri="{BB962C8B-B14F-4D97-AF65-F5344CB8AC3E}">
        <p14:creationId xmlns:p14="http://schemas.microsoft.com/office/powerpoint/2010/main" val="1313522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2952A-E9BB-F568-5503-3F873FE51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61" y="1012938"/>
            <a:ext cx="10076877" cy="4832123"/>
          </a:xfrm>
        </p:spPr>
      </p:pic>
    </p:spTree>
    <p:extLst>
      <p:ext uri="{BB962C8B-B14F-4D97-AF65-F5344CB8AC3E}">
        <p14:creationId xmlns:p14="http://schemas.microsoft.com/office/powerpoint/2010/main" val="1495900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ED384AB-383E-D1B8-52EE-0D67DC26D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495" y="743179"/>
            <a:ext cx="5787009" cy="5371641"/>
          </a:xfrm>
        </p:spPr>
      </p:pic>
    </p:spTree>
    <p:extLst>
      <p:ext uri="{BB962C8B-B14F-4D97-AF65-F5344CB8AC3E}">
        <p14:creationId xmlns:p14="http://schemas.microsoft.com/office/powerpoint/2010/main" val="252325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7F609-5CA2-AF2D-BC0D-C8C9A0244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495" y="743179"/>
            <a:ext cx="5787009" cy="5371641"/>
          </a:xfrm>
        </p:spPr>
      </p:pic>
    </p:spTree>
    <p:extLst>
      <p:ext uri="{BB962C8B-B14F-4D97-AF65-F5344CB8AC3E}">
        <p14:creationId xmlns:p14="http://schemas.microsoft.com/office/powerpoint/2010/main" val="1922435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A18F1-79C7-4A47-0625-388D28801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9522" y="691136"/>
            <a:ext cx="6852955" cy="5475727"/>
          </a:xfrm>
        </p:spPr>
      </p:pic>
    </p:spTree>
    <p:extLst>
      <p:ext uri="{BB962C8B-B14F-4D97-AF65-F5344CB8AC3E}">
        <p14:creationId xmlns:p14="http://schemas.microsoft.com/office/powerpoint/2010/main" val="511068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2ED78B-4203-FE0A-0AAB-04F575452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533" y="735106"/>
            <a:ext cx="5876933" cy="5387788"/>
          </a:xfrm>
        </p:spPr>
      </p:pic>
    </p:spTree>
    <p:extLst>
      <p:ext uri="{BB962C8B-B14F-4D97-AF65-F5344CB8AC3E}">
        <p14:creationId xmlns:p14="http://schemas.microsoft.com/office/powerpoint/2010/main" val="2981969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9DF30D-27A1-18CD-BFB6-CA5B14313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282" y="735106"/>
            <a:ext cx="6599435" cy="5387788"/>
          </a:xfrm>
        </p:spPr>
      </p:pic>
    </p:spTree>
    <p:extLst>
      <p:ext uri="{BB962C8B-B14F-4D97-AF65-F5344CB8AC3E}">
        <p14:creationId xmlns:p14="http://schemas.microsoft.com/office/powerpoint/2010/main" val="3908870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349503-3E91-A775-4F3F-E09CFA461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612" y="784412"/>
            <a:ext cx="7702776" cy="5289176"/>
          </a:xfrm>
        </p:spPr>
      </p:pic>
    </p:spTree>
    <p:extLst>
      <p:ext uri="{BB962C8B-B14F-4D97-AF65-F5344CB8AC3E}">
        <p14:creationId xmlns:p14="http://schemas.microsoft.com/office/powerpoint/2010/main" val="889132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587BCC-E6F5-6A5F-D55B-AE4136239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941" y="783249"/>
            <a:ext cx="6398118" cy="5291502"/>
          </a:xfrm>
        </p:spPr>
      </p:pic>
    </p:spTree>
    <p:extLst>
      <p:ext uri="{BB962C8B-B14F-4D97-AF65-F5344CB8AC3E}">
        <p14:creationId xmlns:p14="http://schemas.microsoft.com/office/powerpoint/2010/main" val="2538539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11258-5F5A-1891-A35E-4B0269E65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067" y="717176"/>
            <a:ext cx="6711865" cy="5423647"/>
          </a:xfrm>
        </p:spPr>
      </p:pic>
    </p:spTree>
    <p:extLst>
      <p:ext uri="{BB962C8B-B14F-4D97-AF65-F5344CB8AC3E}">
        <p14:creationId xmlns:p14="http://schemas.microsoft.com/office/powerpoint/2010/main" val="73673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844CA6-1891-360D-9430-95E31BCA2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532" y="735106"/>
            <a:ext cx="6792935" cy="5387788"/>
          </a:xfrm>
        </p:spPr>
      </p:pic>
    </p:spTree>
    <p:extLst>
      <p:ext uri="{BB962C8B-B14F-4D97-AF65-F5344CB8AC3E}">
        <p14:creationId xmlns:p14="http://schemas.microsoft.com/office/powerpoint/2010/main" val="2020129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C2AFDEC-CD13-43AD-86ED-62D9B72D1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0" y="825015"/>
            <a:ext cx="10353675" cy="202325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277297-9C62-8453-7C71-5B2A01DCD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4" y="3786815"/>
            <a:ext cx="10533529" cy="20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94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C3EB-76D6-64DC-0F2C-2150921F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7F3E-8A04-655E-F600-FF74FC762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Looking back on my journey from student to data scientist through the IBM course, I </a:t>
            </a:r>
            <a:r>
              <a:rPr lang="en-US" dirty="0" err="1"/>
              <a:t>realise</a:t>
            </a:r>
            <a:r>
              <a:rPr lang="en-US" dirty="0"/>
              <a:t> that the transformation was about more than just learning technical skills. It was about developing a problem-solving mindset, embracing failure as part of the learning process, and building the confidence to tackle complex challenges. The IBM Data Science program gave me the foundation I needed, but it was my persistence, curiosity, and willingness to apply what I learned that truly made the difference. Today, as I continue to grow in this field, I'm grateful for that first step I took and excited about the endless possibilities that lie ahead. For anyone considering a similar path, my advice is simple: start learning, stay curious, and trust the process—the journey is absolutely worth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119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50</TotalTime>
  <Words>362</Words>
  <Application>Microsoft Office PowerPoint</Application>
  <PresentationFormat>Widescreen</PresentationFormat>
  <Paragraphs>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Bookman Old Style</vt:lpstr>
      <vt:lpstr>Rockwell</vt:lpstr>
      <vt:lpstr>Damask</vt:lpstr>
      <vt:lpstr>My journey towards the world of data science</vt:lpstr>
      <vt:lpstr>Executive summary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Sagnik Kundu</dc:creator>
  <cp:lastModifiedBy>Sagnik Kundu</cp:lastModifiedBy>
  <cp:revision>2</cp:revision>
  <dcterms:created xsi:type="dcterms:W3CDTF">2025-12-19T14:22:19Z</dcterms:created>
  <dcterms:modified xsi:type="dcterms:W3CDTF">2025-12-21T20:12:30Z</dcterms:modified>
</cp:coreProperties>
</file>